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85800"/>
            <a:ext cx="539496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14000"/>
              </a:srgbClr>
            </a:outerShdw>
          </a:effectLst>
        </p:spPr>
      </p:sp>
      <p:pic>
        <p:nvPicPr>
          <p:cNvPr id="4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841248"/>
            <a:ext cx="5084064" cy="2715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" y="3639312"/>
            <a:ext cx="5084064" cy="2459736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3886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Smart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 Hard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 It Forward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309360" y="1143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CHURCH OF FUN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30936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workspace for solopreneurs who build, record, and automate.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2788920"/>
            <a:ext cx="5349240" cy="5029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88950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Smart • Play Hard • Pay It Forward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36576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Coworking • Meeting rooms • Podcast &amp; video studios • Vibe coding nights • AI Lab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09360" y="5806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Solopreneurs need momentum, legitimacy, community, and AI leverage — but today it’s fragmented.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5778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Fragmented tools &amp; spaces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Coworking gives desks, not outcomes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Studios are separate (and expensive)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learning is online, lonely, and confusing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749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0574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gap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4688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People know AI is useful… but don’t have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Overwhelm → procrastination → churn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place to get hands-on help fast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744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16052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unmet need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10195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“creator operations hub” where work, recording, and automation happen in one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social environment that makes showing up feel easy (food/drinks + community)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Practical classes that end with something that actually runs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is the clubhouse where solopreneurs ship projects and publish proof.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Hot desks + dedicated desks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Fast, reliable internet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Quiet zones + collaboration zones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0574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46888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Zoom-proof meeting 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Client-ready lighting &amp; audio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Workshops + masterminds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2976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Podcast booths (push-button)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Video studios (multi-cam)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Editing support options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06908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42976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4709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Hands-on AI workflow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Vibe coding nights: idea →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Lab for private local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8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space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modular layout that scales: start lean, expand as utilization proves demand.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11880" cy="11430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Hall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1920240"/>
            <a:ext cx="2971800" cy="114300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Sanctuaries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1920240"/>
            <a:ext cx="3794760" cy="1143000"/>
          </a:xfrm>
          <a:prstGeom prst="roundRect">
            <a:avLst/>
          </a:prstGeom>
          <a:solidFill>
            <a:srgbClr val="EFFFF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22402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Bar (coffee + pints)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361188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66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Quiet Nooks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3246120"/>
            <a:ext cx="2971800" cy="1143000"/>
          </a:xfrm>
          <a:prstGeom prst="roundRect">
            <a:avLst/>
          </a:prstGeom>
          <a:solidFill>
            <a:srgbClr val="FDE8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566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Podcast Confessionals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80960" y="3246120"/>
            <a:ext cx="3794760" cy="1143000"/>
          </a:xfrm>
          <a:prstGeom prst="roundRect">
            <a:avLst/>
          </a:prstGeom>
          <a:solidFill>
            <a:srgbClr val="FFE8E8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35661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Creator Studios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4663440" cy="1371600"/>
          </a:xfrm>
          <a:prstGeom prst="roundRect">
            <a:avLst/>
          </a:prstGeom>
          <a:solidFill>
            <a:srgbClr val="E8FFF9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92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/ Vibe Coding Classroom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7840" y="4572000"/>
            <a:ext cx="5897880" cy="1371600"/>
          </a:xfrm>
          <a:prstGeom prst="roundRect">
            <a:avLst/>
          </a:prstGeom>
          <a:solidFill>
            <a:srgbClr val="E8E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4892040"/>
            <a:ext cx="5440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Lab (GPU workstations + private workflows)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Signature loop: Work → Record → Publish → Automate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23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Vibe coding nights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in with an idea. Leave with a working app — deployed or running locally.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623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night works (2.5–3 hrs)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5074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Pick a small, winnable app shape (3 screens max)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“Spec on a napkin” → prompts → build sprint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 + demo (the dopamine ritual)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Templates + checklists to take home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9834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Apps that reliably ship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468880"/>
            <a:ext cx="4434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Lead tracker + follow-up generator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 intake → summary → next steps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Podcast pipeline: transcript → titles → show notes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FAQ bot widget for a business site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744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61772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 that prevent chaos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029200"/>
            <a:ext cx="10195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“happy-path” stack per session (no tool soup)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Tiny safety ritual: testing, auth, secrets, deployment checklist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Office-hours + pints for debugging and upgrades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Beer &amp; Bots classes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Practical, hands-on sessions where every attendee leaves with a workflow that runs.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4406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Labs (beginner-friendly)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Draft emails from bullet 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Meeting notes → follow-ups →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PDF folder → searchable knowledge bot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0749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031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Office Hours + Pints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5146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broken automations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unstuck with mentors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Leave with a fixed 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10744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20624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Curriculum ladder (retention engine)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101955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Level 1: AI basics for real life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Level 2: automation (triggers, routing, error handling)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Level 3: knowledge + RAG (retrieve your stuff, not guesses)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Level 4: local/private AI (for sensitive work)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Lab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Private, bookable compute for local models and heavy workflows — without becoming an IT person.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623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members can 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local LLMs for privacy-sensitive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Transcription, summarization, content repurposing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RAG: search your own docs + answer accurately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GPU acceleration for rendering &amp; generation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983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keep it sane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46888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Book GPU slots like 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Standardized “reset”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support boundaries (productized, not bespoke)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Optional onboarding packages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7442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43484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Premium add-on that increases stickiness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Attracts builders + privacy-conscious professionals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Creates upsell path from classes → memberships → AI 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Enables “done-with-you” workflow implementation services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it’s for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who sell expertise — and need a repeatable system to create, market, and deliver.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623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members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Solopreneurs &amp; consultants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Creators (podcasters, YouTubers, educators)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Agents &amp; advisors (insurance, real estate, finance)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teams (2–6 people) needing client-ready space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4983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they join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5146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Momentum: show up → work happens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Legitimacy: meet &amp; record like a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Community: smart friends, not doomscrolling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Leverage: automation &amp; AI workflows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744200" cy="19202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434840"/>
            <a:ext cx="10195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Local-first model: start with one location, prove utilization + unit economics, then replicate.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4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membership + high-margin add-ons (rooms, studios, classes, compute).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6235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Membership tiers (example)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Part-time: 8 days/month + community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Full-time: unlimited desk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Dedicated: reserved desk +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Team: small-team bundle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983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Add-ons (where margin lives)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46888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Meeting room credits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Podcast booth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Video studio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Vibe coding nights / classes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Lab GPU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107442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66344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 upsell (optional)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5074920"/>
            <a:ext cx="10195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 implementation (“done-with-you”)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Editing + content repurposing packages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onboarding: private knowledge bots + automations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Community-led growth powered by classes and a content flywheel.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623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playbook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Founding member cohort (limited spots)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Weekly Beer &amp; Bots + Vibe Coding Night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Partner nights with local businesses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house demos: “watch someone ship an app”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4983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channels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251460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creators &amp; podcasts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Chambers, meetup groups, accelerators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Software communities (No-code, dev, AI)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Brewery/coffee collaborations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7442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434840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flywheel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Members record at Church of Fun → publish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Their content advertises the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members join → more content + classes → more demand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Phased rollout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backbone, then add differentiated capacity as utilization proves demand.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5661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Desk + meeting 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Coffee/tea bar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podcast booth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Weekly classes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874520"/>
            <a:ext cx="35661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51460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2nd booth + 1 video 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Membership tiers + credits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Office hours nights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Partner events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874520"/>
            <a:ext cx="31546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0" y="2103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2514600"/>
            <a:ext cx="2606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Lab (GPU pool)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Workflow onboarding packages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Replicable playbook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Second location criteria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09360"/>
            <a:ext cx="1115568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15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647395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Church of Fun • Work Smart • Play Hard • Pay It Forward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Seeking the right partners to launch the first Church of Fun location.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0972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060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We’re looking for: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great location (or landlord partner)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Seed capital for buildout (studios + core infrastructure)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partners: creators, local business groups, tool communities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Founding members ready to help shape the culture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 (example): buildout, sound treatment, studio gear, furniture, booking system, initial marketing.</a:t>
            </a:r>
            <a:endParaRPr lang="en-US" sz="1200" dirty="0"/>
          </a:p>
        </p:txBody>
      </p:sp>
      <p:pic>
        <p:nvPicPr>
          <p:cNvPr id="9" name="Image 0" descr="/mnt/data/church_of_fun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806440"/>
            <a:ext cx="1051560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Church of Fun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Smart • Play Hard • Pay It Forward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Church of Fun</dc:creator>
  <cp:lastModifiedBy>Church of Fun</cp:lastModifiedBy>
  <cp:revision>1</cp:revision>
  <dcterms:created xsi:type="dcterms:W3CDTF">2026-03-05T22:32:41Z</dcterms:created>
  <dcterms:modified xsi:type="dcterms:W3CDTF">2026-03-05T22:32:41Z</dcterms:modified>
</cp:coreProperties>
</file>